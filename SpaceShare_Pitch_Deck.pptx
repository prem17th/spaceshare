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SpaceShare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Space. Your Time. Your Price.</a:t>
            </a:r>
          </a:p>
          <a:p/>
          <a:p>
            <a:r>
              <a:t>The Future of Micro-Real Estate and Flexible Space Sharing.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spaces (rooms, desks, studios, garages) sit empty for 60% of the day.</a:t>
            </a:r>
          </a:p>
          <a:p>
            <a:r>
              <a:t>Students, freelancers, and creatives need temporary spaces (1–4 hours).</a:t>
            </a:r>
          </a:p>
          <a:p>
            <a:r>
              <a:t>Currently forced to pay for full days or expensive monthly leases.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SpaceShare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Hyper-Flexible Booking: Rent spaces by the hour, half-day, or custom time slots.</a:t>
            </a:r>
          </a:p>
          <a:p>
            <a:r>
              <a:t>Frictionless Entry: IoT-simulated Smart Locks and Digital QR Passes.</a:t>
            </a:r>
          </a:p>
          <a:p>
            <a:r>
              <a:t>Instant Monetization: Hosts can monetize a room that is only free for a few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Booking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autonomous AI Real Estate Agent embedded directly into the platform.</a:t>
            </a:r>
          </a:p>
          <a:p>
            <a:r>
              <a:t>Natural Language Search: 'Find me a private desk tomorrow under 200 INR.'</a:t>
            </a:r>
          </a:p>
          <a:p>
            <a:r>
              <a:t>AI Price Negotiator: Dynamically negotiates discounts on behalf of the host.</a:t>
            </a:r>
          </a:p>
          <a:p>
            <a:r>
              <a:t>Interactive Rendering: Searches and renders swipeable property cards in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SpaceScore: Trust &amp; Safety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Fraud Engine: Continuously evaluates hosts and guests to assign dynamic scores.</a:t>
            </a:r>
          </a:p>
          <a:p>
            <a:r>
              <a:t>Mandatory Verification: Government ID and Phone OTP required.</a:t>
            </a:r>
          </a:p>
          <a:p>
            <a:r>
              <a:t>Emergency SOS Beacon: One-touch panic button that alerts authorities and shares GPS.</a:t>
            </a:r>
          </a:p>
          <a:p>
            <a:r>
              <a:t>Liability Protection: Covered by comprehensive property and liability insurance.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Host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Market Predictor: Analyzes local demand and upcoming events to forecast traffic.</a:t>
            </a:r>
          </a:p>
          <a:p>
            <a:r>
              <a:t>Dynamic Pricing: Automatically suggests price hikes to maximize revenue.</a:t>
            </a:r>
          </a:p>
          <a:p>
            <a:r>
              <a:t>Instant Payouts: One-click UPI withdrawal for earnings.</a:t>
            </a:r>
          </a:p>
          <a:p>
            <a:r>
              <a:t>QR Validator: Built-in scanner to validate guest Digital Passes upon arrival.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SpaceShare (B2B)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Colleges partner with SpaceShare to list unused project rooms and labs.</a:t>
            </a:r>
          </a:p>
          <a:p>
            <a:r>
              <a:t>Only verified students can book these specific spaces.</a:t>
            </a:r>
          </a:p>
          <a:p>
            <a:r>
              <a:t>The college earns revenue from idle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SpacePass Subscriptions: Monthly pass for unlimited hours at Tier-1 workspaces.</a:t>
            </a:r>
          </a:p>
          <a:p>
            <a:r>
              <a:t>Space Pooling: Split hourly costs with friends directly in the app.</a:t>
            </a:r>
          </a:p>
          <a:p>
            <a:r>
              <a:t>AI Listing Generator: Auto-writes high-converting titles from photos.</a:t>
            </a:r>
          </a:p>
          <a:p>
            <a:r>
              <a:t>Smart IoT Integration: Direct API integration with Yale and August smart 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